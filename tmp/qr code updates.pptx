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3" autoAdjust="0"/>
    <p:restoredTop sz="94660"/>
  </p:normalViewPr>
  <p:slideViewPr>
    <p:cSldViewPr snapToGrid="0">
      <p:cViewPr>
        <p:scale>
          <a:sx n="66" d="100"/>
          <a:sy n="66" d="100"/>
        </p:scale>
        <p:origin x="2952" y="1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8912-E532-66B4-F720-0D20DB88BF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EEE068-7A55-E0AB-46B1-96C33F3FA7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D6C1C-F697-B7DE-6D09-293E30FC6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7AC757-4255-35C4-4AF5-58C84134D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65B84-8588-24FA-0B15-BE0D4E9FF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77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2DA8-5B94-90FF-861B-094136A7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BBA7A-3BF2-AC36-D395-1341B37BB5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ABA2E-2B12-4C36-9EB1-00C90825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7CFF1C-7736-C2CF-DFBD-14D934CD7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8198F-E483-02AA-3343-7AC4345D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095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A77D8-421B-60F8-BD8E-77F54F847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6A99B-2DE3-7F2D-29E9-886BC5080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A5F485-3D86-663B-2897-F39749B0D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83DF98-6180-AD6C-E947-677F6441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BB0BA9-DCFC-30CD-5BAB-D058164BD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675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E7B5-CD9F-913E-6C0D-CC7A7F0D3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75DA9-366D-7C8C-57F2-A2094E50A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B59909-6701-FA7B-BC4C-B8E54F565E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ACFB7E-3522-96B7-A287-95854BE7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7A01E2-8BDA-B698-D6AD-D8570C27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A78B93-B86C-1945-E485-923EB7B7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7973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E8617-F302-9365-2FD3-84D8B5033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C6637-EAF9-090B-2C5B-A951E6CAAA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6B38BE-47D8-2405-AAB5-904BA422F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190146-B7C6-1A15-D877-3B22902FA86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1A49F89-F6CB-64B5-841A-EC2023B665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70900-5BFA-FDE3-56D4-735A2740C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5563A30-2247-07F3-3AFF-448E11A8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4C57C-D8F5-312D-0C55-2B81BF04C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1268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CD46-1510-1010-CE4B-055051CA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68461F-4635-6944-37AB-FFD4F65E1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75A298-3FEA-54C5-833B-314CA7585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348F6-289D-2D10-BD42-7BAE1EA2E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608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27C692-AC76-472C-39B1-23768BADFC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ED877-D325-B4B0-C631-4AFDDF3EB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1E6D4F-EE3B-632F-C120-899DF3D54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835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AC503-DB93-0607-FC49-31AE70DF8E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5C64C3-62F7-06DF-AD84-8C9017C1F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E8DF89-4BA9-1900-83F4-307DEC8598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00EA63-D313-F18B-4E6D-390F465C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8FB12A-CC3C-4C20-E151-C41B60430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757DA-4B8C-2C3C-8C86-B15E54ABA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845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8654B-E4AB-FD19-4D57-82279C21C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84E3A3-3C6C-DB04-5BD0-FA210A2555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3F54AE-5EB6-A736-BFC9-5A23F8072D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36E4E-06C9-7BA5-544A-3BF33FEEE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18DF9-7379-7174-E799-72A2800DF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AD9A4E-41C4-90EA-607B-03E553CC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079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2B97-2ECF-BB00-D622-B842A26AA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166540-4695-1318-D78A-D2D66F697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0CC2AB-7DDE-102E-9228-F7133AEC8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92278-69E3-8C7F-1AA9-24761B17A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F079C6-A82C-3A0C-C938-19E6DE377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0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900E7E-8077-0354-75C8-4B2C70AC75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34D301-39FA-83C3-F2C1-A7C2DDCB1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9371D-A333-ECB2-65C4-3CB641534B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59231-8975-BE76-178B-5E4912CA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56537-0179-93F9-838B-DD08E9F29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7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5F04A10-1EA2-8E9C-FC2F-BAA1FB824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9F78C1-CB92-3EF9-7637-8C0745DD62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17C1D-DC8E-208C-1A04-AEC8E2E3F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0D1208-5246-4A08-A7A0-9AEF71DA1CDF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894F6F-8719-E517-69B3-B552D3DE70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1371D-D4D5-2E0B-FF44-3E7025D27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C64ED4-CA10-4745-9FFF-827303A00B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2825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261E68F-BA5F-80FD-6129-1C710314BA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7" t="6666" r="6242" b="7451"/>
          <a:stretch>
            <a:fillRect/>
          </a:stretch>
        </p:blipFill>
        <p:spPr>
          <a:xfrm>
            <a:off x="3420035" y="234876"/>
            <a:ext cx="5997388" cy="5889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92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2E9719-7466-F46F-58A6-228775F79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637" y="566846"/>
            <a:ext cx="3982006" cy="29912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9218B5-FB3F-7CCA-C56D-0101C2F01F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07" t="6666" r="6242" b="7451"/>
          <a:stretch>
            <a:fillRect/>
          </a:stretch>
        </p:blipFill>
        <p:spPr>
          <a:xfrm>
            <a:off x="5519968" y="1262063"/>
            <a:ext cx="1889360" cy="185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46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F50E8E0-A2C7-110F-8921-7BD6FBCE3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1305326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1368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5600FA3-00F6-A13A-DC14-0346E3A7D74E}"/>
              </a:ext>
            </a:extLst>
          </p:cNvPr>
          <p:cNvSpPr/>
          <p:nvPr/>
        </p:nvSpPr>
        <p:spPr>
          <a:xfrm rot="2918374">
            <a:off x="5098601" y="-440919"/>
            <a:ext cx="2087655" cy="79337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386B93-CEEB-D504-F481-B88A36CE6399}"/>
              </a:ext>
            </a:extLst>
          </p:cNvPr>
          <p:cNvSpPr/>
          <p:nvPr/>
        </p:nvSpPr>
        <p:spPr>
          <a:xfrm rot="2743987">
            <a:off x="1163308" y="4136460"/>
            <a:ext cx="3987262" cy="16953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94DA8-723F-9B19-8E89-D91B25AA1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0"/>
            <a:ext cx="10287000" cy="6858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83B9FB4-CC0A-9E60-9F14-EA6EA54487EE}"/>
              </a:ext>
            </a:extLst>
          </p:cNvPr>
          <p:cNvSpPr/>
          <p:nvPr/>
        </p:nvSpPr>
        <p:spPr>
          <a:xfrm rot="2750612">
            <a:off x="6494626" y="174894"/>
            <a:ext cx="571500" cy="82992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658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A50BBE-8BE0-C423-5414-C5CEC8205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7599" y="-522515"/>
            <a:ext cx="10287000" cy="6855968"/>
          </a:xfrm>
          <a:prstGeom prst="rect">
            <a:avLst/>
          </a:prstGeom>
        </p:spPr>
      </p:pic>
      <p:sp>
        <p:nvSpPr>
          <p:cNvPr id="7" name="L-Shape 6">
            <a:extLst>
              <a:ext uri="{FF2B5EF4-FFF2-40B4-BE49-F238E27FC236}">
                <a16:creationId xmlns:a16="http://schemas.microsoft.com/office/drawing/2014/main" id="{EC1433FF-9445-2079-9E86-E3EF7147DD4D}"/>
              </a:ext>
            </a:extLst>
          </p:cNvPr>
          <p:cNvSpPr/>
          <p:nvPr/>
        </p:nvSpPr>
        <p:spPr>
          <a:xfrm rot="2708693" flipH="1">
            <a:off x="4101622" y="-4899009"/>
            <a:ext cx="3988755" cy="7826107"/>
          </a:xfrm>
          <a:prstGeom prst="corner">
            <a:avLst>
              <a:gd name="adj1" fmla="val 38713"/>
              <a:gd name="adj2" fmla="val 44233"/>
            </a:avLst>
          </a:prstGeom>
          <a:blipFill dpi="0" rotWithShape="0">
            <a:blip r:embed="rId3"/>
            <a:srcRect/>
            <a:stretch>
              <a:fillRect/>
            </a:stretch>
          </a:blip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61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F8FD0-C9EA-6F32-1BEA-7D6C10D9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FE49B-1F22-C8B1-1B04-02D05636AE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465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Jerome Smith</dc:creator>
  <cp:lastModifiedBy>Jerome Smith</cp:lastModifiedBy>
  <cp:revision>1</cp:revision>
  <dcterms:created xsi:type="dcterms:W3CDTF">2026-08-10T11:55:16Z</dcterms:created>
  <dcterms:modified xsi:type="dcterms:W3CDTF">2026-08-10T13:12:28Z</dcterms:modified>
</cp:coreProperties>
</file>